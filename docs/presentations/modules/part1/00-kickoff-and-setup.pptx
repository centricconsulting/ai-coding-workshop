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for .NET Development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Fundamentals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Hours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007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Instructor-led, hands-on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4825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of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AI-Assisted Development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Today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Instructions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team-wide consistency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Development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AI assistance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into working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505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APIs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following Clean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tests and documentation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8211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AI-generated PR descriptions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constant is change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available in multiple IDEs, GitHub.com, CLI, and mobile — features vary by tool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in Visual Studio 2022 or 2026 may differ from VS Code or other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79095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lvl="1" marL="508000" indent="-2540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Copilot feature matrix for version details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48256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software engineering tools and practices are evolving quickly — expect changes and differences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23744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content reflects current features; some may vary by tool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 a growth mindset and have fun!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Workshop Matters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Development: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writing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CRUD code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debt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patterns across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Copilot: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tests from specifications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implementation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alongside code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team standards via Copilot Instructions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Active subscription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Latest stable version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Basic familiarity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.NET Track: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 SDK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--version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Experience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Comfortable with syntax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Spring Boot Track: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-version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3.9+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--version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Java/Spring Experience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Comfortable with syntax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997964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90652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TaskManager.sln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TaskManager.Domain/        # Business logic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TaskManager.Application/   # Use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TaskManager.Infrastructure/ # Data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TaskManager.Api/           # Minimal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TaskManager.UnitTests/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TaskManager.IntegrationTests/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0038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 Architecture + DDD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695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xUnit + FakeItEasy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353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.NET 9 Minimal APIs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 (Spring Boot)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997964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90652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src-springboot/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taskmanager-domain/            # Business logic &amp; entities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taskmanager-application/       # Use cases &amp;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taskmanager-infrastructure/    # Data access &amp; persistence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taskmanager-api/               # Spring Boot REST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src/main/java/.../api/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controllers/           # REST controllers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dto/                   # Request/Response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config/                # App configuration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0038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 Architecture + DDD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695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JUnit 5 + Mockito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353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Spring Boot 3 + Java 21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604772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5133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 Kickoff &amp; Setup (15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Copilot Features Tour (15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Copilot Instructions &amp; TDD (30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Requirements → Code (45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Code Generation &amp; Refactoring (45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Testing &amp; Documentation (15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Wrap-Up &amp; Discussion (15 min)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106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hours with hands-on labs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0: Setup &amp; Environment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Ready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and Branch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604772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5133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https://github.com/centricconsulting/ai-coding-workshop.git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ai-coding-workshop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your personal branch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your-name-workshop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106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on your own branch to avoid conflicts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Environment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.NET Track: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818388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7269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--version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899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Spring Boot Track: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555748"/>
            <a:ext cx="8321040" cy="818388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1468"/>
            <a:ext cx="8229600" cy="7269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src-springboot &amp;&amp; mvn clean install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 -f src-springboot/pom.xml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655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should succeed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Instructions Preview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repository includes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`.github/instructions/`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context-aware instruction files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applied to all Copilot interactions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Clean Architecture rules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DDD patterns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.NET 9 conventions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needed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It just works!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Begin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Marp preview to navigate between modules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for .NET Development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