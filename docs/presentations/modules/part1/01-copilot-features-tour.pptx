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Features Tour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Interact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Inline Completions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while typing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next lines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8138160" cy="47548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Start typing or use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Alt+\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(Windows/Linux) or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Option+\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(Mac)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63347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Chat Panel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072384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questions, explain code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438144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suggestions without editing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803904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Click Copilot icon in sidebar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4242816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Inline Chat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shortcuts for common tasks: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80160"/>
          <a:ext cx="8321040" cy="914400"/>
        </p:xfrm>
        <a:graphic>
          <a:graphicData uri="http://schemas.openxmlformats.org/drawingml/2006/table">
            <a:tbl>
              <a:tblPr/>
              <a:tblGrid>
                <a:gridCol w="2773680"/>
                <a:gridCol w="2773680"/>
                <a:gridCol w="27736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/explain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/explain this 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 fixes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/fix this 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tests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/tests for this 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/doc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documentation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/doc this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/refactor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/refactor to use guard clauses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Slash Commands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8321040" cy="914400"/>
        </p:xfrm>
        <a:graphic>
          <a:graphicData uri="http://schemas.openxmlformats.org/drawingml/2006/table">
            <a:tbl>
              <a:tblPr/>
              <a:tblGrid>
                <a:gridCol w="2773680"/>
                <a:gridCol w="2773680"/>
                <a:gridCol w="27736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/help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all commands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/help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/agents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custom agents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/agents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/skills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skills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/skills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/init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new project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/init dotnet webapi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/create-file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with 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/create-file readme.md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1363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now: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Type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/help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Copilot Chat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Participants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context for better results: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@workspace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about your codebase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is the Task entity?"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523744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@vscode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962656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features and commands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328416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I debug tests?"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376732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@terminal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42062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commands and troubleshooting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572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to restore packages?"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Variables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specific context: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#file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 specific file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8138160" cy="47548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#file:Task.cs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63347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#selection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072384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editor selection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438144"/>
            <a:ext cx="8138160" cy="47548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 #selection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3986784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#editor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4425696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active file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Practice (5 min)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.NET Track — Try these: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901952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TaskManager.Domain/Tasks/Task.cs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/explain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Task class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@workspace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with: "What's the architecture pattern?"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#file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with: "Suggest improvements for #file:Task.cs"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2552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Spring Boot Track — Try these: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621024"/>
            <a:ext cx="8229600" cy="1225296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src-springboot/taskmanager-domain/src/main/java/com/example/taskmanager/domain/tasks/Task.java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/explain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Task class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@workspace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with: "What's the architecture pattern?"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#file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with: "Suggest improvements for #file:Task.java"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TDD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</dc:title>
  <dc:subject>PptxGenJS Presentation</dc:subject>
  <dc:creator>Centric Consulting</dc:creator>
  <cp:lastModifiedBy>Centric Consulting</cp:lastModifiedBy>
  <cp:revision>1</cp:revision>
  <dcterms:created xsi:type="dcterms:W3CDTF">2026-06-15T19:09:14Z</dcterms:created>
  <dcterms:modified xsi:type="dcterms:W3CDTF">2026-06-15T19:09:14Z</dcterms:modified>
</cp:coreProperties>
</file>