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&amp; TDD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Copilot Instructions?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.github/instructions/dotnet.instructions.md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(auto-loads for C# files)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.github/instructions/springboot.instructions.md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(auto-loads for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src-springboot/**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Repository-wide AI behavior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active (no manual activation)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standards enforcement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team members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senior developer reviewing every suggestion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Copilot Instructions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encoded: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🔷 .NET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🟩 Spring Boot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Tests before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Tests before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Domain has no deps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Domain has no deps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 patterns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Aggregates, 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Aggregates, 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.NET 9, Minimal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Spring Boot 3, Java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xUnit + FakeItEasy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JUnit 5 + Mockito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PascalCase / camelCase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camelCase / PascalCase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 (TDD)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RED → ✅ GREEN → ♻️ REFACTOR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310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Phase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699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</a:t>
            </a:r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defines desired behavior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905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Phase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294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code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make the test 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501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Phase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5890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code quality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keeping tests green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TDD with Copilot?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concern: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"AI writes code without tests"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tests first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test cases from requirements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easier to review than implementations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AI-generated code immediately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Higher quality, verified code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 Track — Build: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TDD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90195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INotificationService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 (RED)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 test suite (RED)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(GREEN)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for quality (REFACTOR)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552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 Track — Build: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21024"/>
            <a:ext cx="8229600" cy="1225296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 (RED)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 JUnit 5 test suite (RED)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NotificationServiceImpl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(GREEN)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for quality (REFACTOR)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TDD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Copilot suggests test scenarios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Interface-first design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structure (Arrange-Act-Assert)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simplicity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suggestions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