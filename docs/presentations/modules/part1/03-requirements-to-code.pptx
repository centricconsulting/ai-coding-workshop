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Backlog → Code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54864" cy="594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user, I want to prioritize my tasks"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changes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Copilot: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 all of this systematically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239115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229971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Backlog Item with Acceptance Criteria (Copilot)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Model (TDD: Tests first)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Layer (Commands/Queries)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Endpoint (Minimal API)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Tests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Priority feature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create: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object (Low, Medium, High)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entity with Priority property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CreateTaskCommand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handler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/tasks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endpoint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coverage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layers: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Domain → Application → API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Design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equality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03904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boundaries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(aggregate root)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knows these patterns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Instructions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Technique: Context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2115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1201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task entity"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Priority property to #file:Task.cs following DDD patterns"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174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precise, leverages existing context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