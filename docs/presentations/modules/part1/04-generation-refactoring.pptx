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&amp; Refactoring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from Scratch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CRUD endpoints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Clean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query handlers (CQRS)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52374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Refactor Legacy Code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old patterns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32841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Object Calisthenics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9417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testability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03: Part A -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/tasks/{id}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Retrieve single task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/tasks/{id}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Update task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/tasks/{id}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Delete task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8229600" cy="175564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context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 patterns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queries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Command-Query Responsibility Segregation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CreateTaskCommand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UpdateTaskCommand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GetTaskByIdQuery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GetAllTasksQuery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136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Clear separation of read/write concerns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03: Part B - Refactoring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LegacyTaskProcessor.cs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LegacyTaskProcessor.java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67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 statements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 clauses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testability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</a:t>
            </a:r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/refactor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modernize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Calisthenics (Light)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of indentation per method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use guard clauses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abbreviations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primitives in meaningful types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methods with clear names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548640"/>
            <a:ext cx="8321040" cy="2391156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94360"/>
            <a:ext cx="8229600" cy="2299716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Before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(task != null)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(task.Status == "Active")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After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(task == null)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(task.Status != "Active")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@workspace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sees your entire codebase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patterns already in use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consistency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Show me all domain entities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How are minimal APIs structured in this project?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@workspace Generate GET endpoint following existing pattern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