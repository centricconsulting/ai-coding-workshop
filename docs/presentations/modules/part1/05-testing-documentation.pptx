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Documentation &amp; Workflow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development lifecycle: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comprehensive tests (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XML documentation (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API documentation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conventional commit messages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 description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307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 minutes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965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AI-assisted workflow end-to-end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with /tests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621792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3035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Copilot Chat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/tests for CreateTaskCommand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tests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scenarios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295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Review, adjust, run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with /doc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621792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3035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Copilot Chat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 for ITaskService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documentation comments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descriptions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docs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295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IntelliSense-ready documentation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New feature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Bug fix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Documentation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Tests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Code restructuring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Maintenance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feat(domain): add Priority value object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Description with @workspace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425196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3337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 Generate a PR description for my changes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310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provides: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96796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changes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modified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notes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(if any)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