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Discussion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Instructions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Team-wide consistency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with AI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Tests first, always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→ Code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Systematic transformation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Maintained via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Modernize legacy code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Tests, docs, commits, PRs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Amplifies Good Practices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becomes faster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patterns enforced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debt reduced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523744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Context Matters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962656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#file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#selection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38144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Instructions encode team knowledge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803904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prompts = better results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Human Accountability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AI suggestions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validate correctness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code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to Avoid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suggestions blindly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understand, test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tests to go faster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first catches errors early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prompts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context variables and be specific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architecture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Instructions enforce patterns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tool, not a replacement for thinking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code does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157984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Under-leveraging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5968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 for repetitive tasks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62656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type boilerplate manually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40156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standards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 Instructions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team decisions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plan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Ask Copilot for approach first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first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TDD even with 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iteratively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Don't wait until the 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 participants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@workspace is powerful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instructions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Team knowledge encoded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frequently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Small, focused changes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surprised you most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AI-assisted development?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Copilot excel?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did it struggle?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use this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your daily work?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team standards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should you encode in instructions?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concerns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you still have?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GitHub Copilot (Part 2):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models (Ask, Plan, Agent)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Customization Hierarchy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Copilot Agents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 and handoffs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production 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82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[Scheduled time]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47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hours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test-lab-walkthrough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labs completed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demonstrated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7249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9067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solutions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patterns in action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4261104"/>
            <a:ext cx="8321040" cy="425196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306824"/>
            <a:ext cx="8229600" cy="33375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test-lab-walkthrough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Guides: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docs/labs/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Instructions: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.github/instructions/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(context-aware)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Guide: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docs/FACILITATOR_GUIDE.md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docs/design/architecture.md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Docs: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https://docs.github.com/copilot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426464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Copilot for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TDD task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Instructions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your repo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/tests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daily 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7797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month: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45536"/>
            <a:ext cx="8229600" cy="10972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standards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instructions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improvement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with team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54864" cy="59436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force multiplier Good practices + Copilot = Great results You are accountable for the code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learning, keep improving!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Complete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</dc:title>
  <dc:subject>PptxGenJS Presentation</dc:subject>
  <dc:creator>Centric Consulting</dc:creator>
  <cp:lastModifiedBy>Centric Consulting</cp:lastModifiedBy>
  <cp:revision>1</cp:revision>
  <dcterms:created xsi:type="dcterms:W3CDTF">2026-06-15T19:09:14Z</dcterms:created>
  <dcterms:modified xsi:type="dcterms:W3CDTF">2026-06-15T19:09:14Z</dcterms:modified>
</cp:coreProperties>
</file>