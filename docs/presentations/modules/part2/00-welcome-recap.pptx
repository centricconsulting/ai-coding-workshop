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GitHub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&amp; AI-Driven Development Workflows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Hours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Instructor-led, 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4825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Part:</a:t>
            </a:r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of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Plan, and Agent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interaction models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hierarchy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Prompts → Instructions → Skills →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capabilities with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(/agents, /skills, /help)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(knowledge) from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(workflows)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Copilot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repeatable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511296"/>
            <a:ext cx="8138160" cy="475488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effective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handoffs and advanced properties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AI usage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3525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agent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scratch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of Part 1 (or equivalent Copilot experience)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with GitHub Copilot extension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workshop repository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 with code generation and refactoring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Recap (5 minutes)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 1, you learned: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Copilot for TDD and refactoring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Instructions for guardrails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automation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Requirements-to-code workflows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Part 2, we'll focus 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work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AI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8321040" cy="1801368"/>
          </a:xfrm>
          <a:prstGeom prst="rect">
            <a:avLst/>
          </a:prstGeom>
          <a:solidFill>
            <a:srgbClr val="F0F2F5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70992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0: Kickoff &amp; Context Reset (10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1: Interaction Models (25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2: Skills &amp; Customization (30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3: Custom Agents Intro (25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4: Workflow Agents (30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5: Agent Design (30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6: Capstone Lab (35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7: Wrap-Up &amp; Governance (10 min)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Begin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GitHub Copilot</dc:title>
  <dc:subject>PptxGenJS Presentation</dc:subject>
  <dc:creator>Centric Consulting</dc:creator>
  <cp:lastModifiedBy>Centric Consulting</cp:lastModifiedBy>
  <cp:revision>1</cp:revision>
  <dcterms:created xsi:type="dcterms:W3CDTF">2026-06-15T19:09:14Z</dcterms:created>
  <dcterms:modified xsi:type="dcterms:W3CDTF">2026-06-15T19:09:14Z</dcterms:modified>
</cp:coreProperties>
</file>