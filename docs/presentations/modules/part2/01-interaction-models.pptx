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Interaction Models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Interact with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Learning, exploration, explanation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Answers, guidance (no changes)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 approach + gather requirements before code 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Structured plan awaiting your approval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32841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7673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Multi-step, repository-level workflows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Planned changes with human checkpoints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Mode: When to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code or concepts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options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patterns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explanations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when: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actual code changes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across files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Mode: When to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understand the approach before any code is written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need clarifying before implementation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changes spanning multiple files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validate the strategy first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when: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quick direct answer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execute immediately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Mode: When to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workflows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analysis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refactoring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plan-execute-review 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when: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quick edits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changes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or exploring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Mode = Human-in-the-loop by design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Same Task, Three 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Priority property to Task entity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Explanation only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Requirement gathering + multi-step design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Repository-wide analysis and execution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differences in: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is not "better chat" It's a **different execution model**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job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