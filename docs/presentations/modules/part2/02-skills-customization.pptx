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Customization Hierarchy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Customization Hierarchy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40817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3167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Types (Specific → General)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Prompts      → One-off, in-chat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Instructions → Always-on guardrails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Skills       → Domain knowledge (#skill-name)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Agents       → Workflows with tools (@agent-name)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14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simplest level that solves your problem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Skills?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Domain Expertise Without Tool Access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knowledge modules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with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#skill-name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templates, patterns, examples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access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pure knowledge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via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39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#test-data-generator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Agents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&amp; templates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Workflows &amp;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Read/write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#skill-name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@agent-name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Patterns, 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One-time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 coding standards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 templates/patterns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Orchestrate multi-step workflows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make changes? → Agent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templates/knowledge? → Skill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rule? → Instructions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question? → Prompt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for Discovery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604772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5133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              # Show all commands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/agents            # List available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           # List available skills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              # Start new 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/create-workspace  # Create workspace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/create-notebook   # Create Jupyter notebook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/create-file       # Create file with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106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Copilot Chat now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594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provide **knowledge** Agents provide **action** Choose based on what you need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confusion: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Skills vs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it need to read/write files?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822960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Agent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Maybe a Skill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