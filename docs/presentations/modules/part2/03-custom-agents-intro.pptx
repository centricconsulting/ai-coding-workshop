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 Agents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Custom Agents?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chat participants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specific roles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from agent dropdown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AI personas (e.g., Architecture Reviewer)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scope and constraints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consistent outputs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team knowledge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The Specialist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81838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7269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 Copilot Chat = General AI Assistant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Agent = Domain Expert Consultant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42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wouldn't ask a general assistant to: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8998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architecture → Ask an architect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testing → Ask a QA specialist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backlog → Ask a product analyst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604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ARE those specialists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Hierarchy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Custom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 for: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(reviews, planning)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requiring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file/codebase access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orchestration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review tasks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agents for: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generation (use Skills)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questions (use Prompts)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rules (use Instructions)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without actions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code for Clean Architecture &amp; DDD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77393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Generator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user stories with acceptance criteria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Strategist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comprehensive test strategies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Exercise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Architecture Reviewer agent: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 Chat in Agent Mode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"Architecture Reviewer" from dropdown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"Review the Task domain model"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standard Copilot Chat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format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analysis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**Instructions** = Guardrails **Skills** = Knowledge base **Agents** = Specialists you consult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work together!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