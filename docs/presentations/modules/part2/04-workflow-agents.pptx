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 in Action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apply agents to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workflows: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Generation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(user stories)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(code quality)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(test planning)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 Chat first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the custom agent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quality and 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1: Backlog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notification system to TaskManager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Chat → Free-form stories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Generator → Structured INVEST stories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output is sprint-ready?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2: Architecture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NotificationService for Clean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Chat → General feedback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Reviewer → Structured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review is PR-ready?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3: Test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Propose tests for task assignment feature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Chat → Basic scenarios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Strategist → Comprehensive coverage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strategy is implementation-ready?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provided the most value?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agents catch issues standard chat missed?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structured outputs more useful?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limitations of agents?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Excel 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repeatable workflows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team members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domain expertise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automation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they're not: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correct (you're accountable)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 for human judgment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