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Effective Agents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5943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prompts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test, and maintain them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Components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Instructions: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Structured results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Communication style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Frontmatter (NEW):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user-invocable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019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argument-hint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Role-Based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"You are a code reviewer specializing in security"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"Generate code for feature X"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WHO, not WHAT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Explicit Constraints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818388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72694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Constraints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check for circular dependencies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recommend breaking layer boundaries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899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Leave assumptions unstated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Structured Outputs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sections and format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8321040" cy="1801368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1709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 Format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Review Summary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**Scope:** [what was reviewed]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**Assessment:** [Pass/Needs Attention/Refactor]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Findings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72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 free-form responses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42519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33375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→ Test → Observe → Refine → Repeat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3103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refinement: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96796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over-tests simple getters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constraint: "Focus on high-value tests only"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with same scenario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improved behavior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 Properties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user-invocable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Visible in dropdown (default)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Hidden, only for subagents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disable-model-invocation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1635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Prevents auto-invocation by other 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Callable as subagent (default)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workflow buttons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users through processes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between steps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Handoffs: Orchestrated Workflows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211580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1201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label: "Start Implementation"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agent: "implementer"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prompt: "Implement the plan above"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send: false  # Wait for user approval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174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831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Implement → Review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→ Make Pass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→ Documentation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536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send: false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human in the loop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Considerations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 in git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 for major updates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15798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Process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96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skill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 require PR review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before merging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Agents/Skills encode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decisions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as practices evolve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agents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Use role-based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instructions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Be explicit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Over-scoping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Keep focused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testing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Validate before sharing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Set-and-forget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Iterate continuously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</dc:title>
  <dc:subject>PptxGenJS Presentation</dc:subject>
  <dc:creator>Centric Consulting</dc:creator>
  <cp:lastModifiedBy>Centric Consulting</cp:lastModifiedBy>
  <cp:revision>1</cp:revision>
  <dcterms:created xsi:type="dcterms:W3CDTF">2026-06-15T19:09:15Z</dcterms:created>
  <dcterms:modified xsi:type="dcterms:W3CDTF">2026-06-15T19:09:15Z</dcterms:modified>
</cp:coreProperties>
</file>