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Lab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agent role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criteria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agent definition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scenarios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and refine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 team use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complementary skill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Quality and standards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Writer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API docs, READMEs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Auditor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Optimization opportunities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Reviewer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Vulnerability detection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 Agent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Based on team needs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agent is successful when: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[Criterion 1]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[Criterion 2]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[Criterion 3]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[Criterion 4]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[Criterion 5]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[Define 3 test cases]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 Template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42519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337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"agent-name"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'Brief description'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[changes]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 Sonnet 4.5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and expertise]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79222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30428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8163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Process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32841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3840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4352544"/>
            <a:ext cx="8321040" cy="42519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98264"/>
            <a:ext cx="8229600" cy="3337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Iterate, Refine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defined scenarios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behavior and outputs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gaps or issues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instructions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criteria met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Agents improve through iteration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lab: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definition 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showing success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refinement iteration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Complementary skill definition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</dc:title>
  <dc:subject>PptxGenJS Presentation</dc:subject>
  <dc:creator>Centric Consulting</dc:creator>
  <cp:lastModifiedBy>Centric Consulting</cp:lastModifiedBy>
  <cp:revision>1</cp:revision>
  <dcterms:created xsi:type="dcterms:W3CDTF">2026-06-15T19:09:15Z</dcterms:created>
  <dcterms:modified xsi:type="dcterms:W3CDTF">2026-06-15T19:09:15Z</dcterms:modified>
</cp:coreProperties>
</file>