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&amp; Next Steps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workflows benefit most from agents?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be standardized at team vs org level?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prevent "prompt sprawl"?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agents be reviewed and evolved?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for Teams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3533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</a:t>
            </a:r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agents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executors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value before scaling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2157984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Catalog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596896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registry of agents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962656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usage guidelines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as Assets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6217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review process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3533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updates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Humans Accountable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54864" cy="594360"/>
          </a:xfrm>
          <a:prstGeom prst="rect">
            <a:avLst/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advise, humans decide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14630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blindly trust agent output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recommendations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agents as 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pass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final word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human oversight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Agents to Production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sharing: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real scenarios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peer review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edge cases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team catalog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governance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improvement: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usage feedback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common issues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based on lessons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 obsolete agents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existing agents in daily work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Identify repetitive workflow → draft agent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 and refine with real scenarios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Share with team and gather feedback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Ask, Plan, Agent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Use the right interaction mode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hierarchy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Prompts → Instructions → Skills → Agents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vs Agents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Knowledge vs Workflows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Discover with /help, /agents, /skills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agents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Specialists with tool access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Handoffs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Orchestrate sequential workflows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design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Focus on WHO, not WHAT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continuously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Agents/Skills improve over time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as assets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Version, review, maintain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accountable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AI assists, you decide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Decision Guide ⭐ NEW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 Catalog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 Guide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Governance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1821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547872"/>
            <a:ext cx="8229600" cy="9144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labs in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docs/labs/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definitions in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.github/agents/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3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existing agents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your own agent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your team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based on feedback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team assets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8163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Agents are products, not prompts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&amp; Resources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Materials: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docs/presentations/modules/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docs/labs/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A36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.github/agents/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72491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Documentation: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90672"/>
            <a:ext cx="8229600" cy="731520"/>
          </a:xfrm>
          <a:prstGeom prst="rect">
            <a:avLst/>
          </a:prstGeom>
          <a:noFill/>
          <a:ln/>
        </p:spPr>
        <p:txBody>
          <a:bodyPr wrap="square" lIns="0" tIns="5080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Agents Guide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89534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Open an issue or contact facilitators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Complete</a:t>
            </a:r>
            <a:endParaRPr lang="en-US" sz="4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7</dc:title>
  <dc:subject>PptxGenJS Presentation</dc:subject>
  <dc:creator>Centric Consulting</dc:creator>
  <cp:lastModifiedBy>Centric Consulting</cp:lastModifiedBy>
  <cp:revision>1</cp:revision>
  <dcterms:created xsi:type="dcterms:W3CDTF">2026-06-15T19:09:15Z</dcterms:created>
  <dcterms:modified xsi:type="dcterms:W3CDTF">2026-06-15T19:09:15Z</dcterms:modified>
</cp:coreProperties>
</file>